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7918D-04D8-FB47-BE23-8114B8297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153" y="474404"/>
            <a:ext cx="9570834" cy="3045544"/>
          </a:xfrm>
        </p:spPr>
        <p:txBody>
          <a:bodyPr>
            <a:normAutofit/>
          </a:bodyPr>
          <a:lstStyle/>
          <a:p>
            <a:r>
              <a:rPr lang="pt-BR" sz="4000" b="1" dirty="0"/>
              <a:t>ANALISE DA REDE WI-FI DO IFBAIANO CAMPUS CATU –BA</a:t>
            </a:r>
            <a:br>
              <a:rPr lang="pt-BR" sz="4000" b="1" dirty="0"/>
            </a:br>
            <a:endParaRPr lang="pt-BR" sz="40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099F48-7ED4-E8E5-28F1-868F05167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08" y="3734177"/>
            <a:ext cx="6400800" cy="1947333"/>
          </a:xfrm>
        </p:spPr>
        <p:txBody>
          <a:bodyPr/>
          <a:lstStyle/>
          <a:p>
            <a:r>
              <a:rPr lang="pt-BR" b="1" dirty="0"/>
              <a:t>Aluno: </a:t>
            </a:r>
            <a:r>
              <a:rPr lang="pt-BR" dirty="0"/>
              <a:t>Josafá dos Santos Pinto</a:t>
            </a:r>
          </a:p>
          <a:p>
            <a:r>
              <a:rPr lang="pt-BR" b="1" dirty="0"/>
              <a:t>Curso: </a:t>
            </a:r>
            <a:r>
              <a:rPr lang="pt-BR" dirty="0"/>
              <a:t>Técnico de Redes de Computadores</a:t>
            </a:r>
          </a:p>
          <a:p>
            <a:r>
              <a:rPr lang="pt-BR" b="1" dirty="0"/>
              <a:t>Disciplina</a:t>
            </a:r>
            <a:r>
              <a:rPr lang="pt-BR" dirty="0"/>
              <a:t>: Projeto Integrador II</a:t>
            </a:r>
          </a:p>
          <a:p>
            <a:endParaRPr lang="pt-BR" dirty="0"/>
          </a:p>
        </p:txBody>
      </p:sp>
      <p:pic>
        <p:nvPicPr>
          <p:cNvPr id="1026" name="Picture 2" descr="Moodle IF Baiano">
            <a:extLst>
              <a:ext uri="{FF2B5EF4-FFF2-40B4-BE49-F238E27FC236}">
                <a16:creationId xmlns:a16="http://schemas.microsoft.com/office/drawing/2014/main" id="{45CC8EB2-E72F-BF49-299F-615E06A1C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547" y="233515"/>
            <a:ext cx="2312407" cy="75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1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8CB87-32AA-F5B2-C4D9-DE74F80A7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67" y="-67734"/>
            <a:ext cx="8534400" cy="1507067"/>
          </a:xfrm>
        </p:spPr>
        <p:txBody>
          <a:bodyPr/>
          <a:lstStyle/>
          <a:p>
            <a:pPr algn="ctr"/>
            <a:r>
              <a:rPr lang="pt-BR" b="1" dirty="0"/>
              <a:t> PONTOS CRÍTICOS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F70890-6BF6-5ED7-B7F5-D06915BF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838" y="1257572"/>
            <a:ext cx="8534400" cy="36152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Sinal Wi-Fi muito fraco (-72 </a:t>
            </a:r>
            <a:r>
              <a:rPr lang="pt-BR" sz="2400" b="1" dirty="0" err="1"/>
              <a:t>dBm</a:t>
            </a:r>
            <a:r>
              <a:rPr lang="pt-BR" sz="2400" b="1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· Longe do canal ideal na banda de 2,4 GHz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· Taxa de recepção/transferência de dados baixa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· Velocidade de download/upload instável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· Alta latência (PING elevado)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829985C-8509-76B9-648B-DEAE5537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86" y="3969705"/>
            <a:ext cx="1120572" cy="24909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82AB11-19D4-D51D-DA2E-B39D98F51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449" y="3969706"/>
            <a:ext cx="1120571" cy="249097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42E27F3-CB53-F433-58EF-F5156D9D7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011" y="3969706"/>
            <a:ext cx="1120571" cy="24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9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86A0C-8B16-C9CC-6CB6-95A14DA8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025" y="0"/>
            <a:ext cx="8534400" cy="1507067"/>
          </a:xfrm>
        </p:spPr>
        <p:txBody>
          <a:bodyPr/>
          <a:lstStyle/>
          <a:p>
            <a:pPr algn="ctr"/>
            <a:r>
              <a:rPr lang="pt-BR" b="1" dirty="0"/>
              <a:t>MELHORIAS PROPOSTA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5AF174-8FA6-F90A-E68F-C6C002F2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75" y="1433051"/>
            <a:ext cx="8534400" cy="36152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 Melhorar o posicionamento dos pontos de acesso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 Selecionar canais Wi-Fi adequados (menos congestionados)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 Atualizar equipamentos para suportar padrões recentes (802.11ac/</a:t>
            </a:r>
            <a:r>
              <a:rPr lang="pt-BR" sz="2400" b="1" dirty="0" err="1"/>
              <a:t>ax</a:t>
            </a:r>
            <a:r>
              <a:rPr lang="pt-BR" sz="2400" b="1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400" b="1" dirty="0"/>
              <a:t> Fazer ajustes na rede para balancear o trafego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2400" b="1" dirty="0"/>
          </a:p>
          <a:p>
            <a:pPr marL="0" indent="0">
              <a:buNone/>
            </a:pPr>
            <a:endParaRPr lang="pt-BR" sz="2400" b="1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6C9C78-E7F6-B441-0A30-F2FE52D5A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90" y="4289027"/>
            <a:ext cx="1019814" cy="24165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0126F3-1214-3B8D-F94E-35D288BD3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98" y="4289027"/>
            <a:ext cx="1087102" cy="241657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6A2D577-C92B-860E-179C-3AE958CD0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167" y="4289027"/>
            <a:ext cx="1087102" cy="24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EB54B-1680-550A-DED8-5302D588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90" y="82481"/>
            <a:ext cx="8961233" cy="1507067"/>
          </a:xfrm>
        </p:spPr>
        <p:txBody>
          <a:bodyPr>
            <a:normAutofit/>
          </a:bodyPr>
          <a:lstStyle/>
          <a:p>
            <a:pPr algn="ctr"/>
            <a:r>
              <a:rPr lang="pt-BR" sz="3100" b="1" dirty="0"/>
              <a:t>Pontos Críticos (Desafios identificados</a:t>
            </a:r>
            <a:r>
              <a:rPr lang="pt-BR" b="1" dirty="0"/>
              <a:t>)</a:t>
            </a:r>
            <a:br>
              <a:rPr lang="pt-BR" b="1" dirty="0"/>
            </a:b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DF654-47AC-FF18-3C14-214B7584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481" y="1136855"/>
            <a:ext cx="9030061" cy="534260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Velocidade baixa e instável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Testes mostram download em torno de 1–2 Mbps e upload maior (7–8 Mbps), indicando gargalo na recepção.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Isso compromete atividades como streaming de aulas, videoconferências e acesso rápido a conteúdos.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 </a:t>
            </a:r>
            <a:r>
              <a:rPr lang="pt-BR" b="1" dirty="0"/>
              <a:t>	Sinal Wi-Fi fraco e oscilante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Intensidade em torno de -72 </a:t>
            </a:r>
            <a:r>
              <a:rPr lang="pt-BR" dirty="0" err="1"/>
              <a:t>dBm</a:t>
            </a:r>
            <a:r>
              <a:rPr lang="pt-BR" dirty="0"/>
              <a:t> no SSID principal (WIFI_CATU), o que significa conexão frágil.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Gráficos mostram flutuação e interferência de outras redes próximas (</a:t>
            </a:r>
            <a:r>
              <a:rPr lang="pt-BR" dirty="0" err="1"/>
              <a:t>eduroam</a:t>
            </a:r>
            <a:r>
              <a:rPr lang="pt-BR" dirty="0"/>
              <a:t>, </a:t>
            </a:r>
            <a:r>
              <a:rPr lang="pt-BR" dirty="0" err="1"/>
              <a:t>ITlink</a:t>
            </a:r>
            <a:r>
              <a:rPr lang="pt-BR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Rede aberta (sem segurança</a:t>
            </a:r>
            <a:r>
              <a:rPr lang="pt-B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O Wi-Fi principal aparece como “Open network”, sem criptografia.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	Isso expõe os usuários a riscos de invasão, interceptação de dados e mau uso da rede.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Uso de canais congestionados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 O SSID está no canal 6 (2,4 GHz), bastante disputado.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 Há sobreposição com outras redes, aumentando interferência.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55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9759B-E342-4783-ACB2-080B7C47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r>
              <a:rPr lang="pt-BR" b="1" dirty="0"/>
              <a:t>Melhorias Propostas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F2DDAD-B421-B5CE-E504-E879E533C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53" y="1415845"/>
            <a:ext cx="9153833" cy="522092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Aumentar a largura de banda e otimizar o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Contratar planos com maior capacidade de download.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 Implementar balanceamento de carga ou redundância de links.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Melhorar a cobertura Wi-Fi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Instalar mais pontos de acesso (</a:t>
            </a:r>
            <a:r>
              <a:rPr lang="pt-BR" dirty="0" err="1"/>
              <a:t>APs</a:t>
            </a:r>
            <a:r>
              <a:rPr lang="pt-BR" dirty="0"/>
              <a:t>) em locais estratégicos.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Usar repetidores ou malha Wi-Fi (</a:t>
            </a:r>
            <a:r>
              <a:rPr lang="pt-BR" dirty="0" err="1"/>
              <a:t>mesh</a:t>
            </a:r>
            <a:r>
              <a:rPr lang="pt-BR" dirty="0"/>
              <a:t>) para reduzir zonas de sombra.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Implementar segurança robusta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Configurar WPA2/WPA3 com senha forte.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Criar redes separadas (alunos, professores, visitantes) com </a:t>
            </a:r>
            <a:r>
              <a:rPr lang="pt-BR" dirty="0" err="1"/>
              <a:t>VLANs</a:t>
            </a:r>
            <a:r>
              <a:rPr lang="pt-BR" dirty="0"/>
              <a:t> e controle de acesso.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Gerenciar canais e frequências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Migrar parte da rede para 5 GHz, menos congestionada.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Ajustar canais manualmente para evitar sobreposição.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70761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</TotalTime>
  <Words>381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Fatia</vt:lpstr>
      <vt:lpstr>ANALISE DA REDE WI-FI DO IFBAIANO CAMPUS CATU –BA </vt:lpstr>
      <vt:lpstr> PONTOS CRÍTICOS</vt:lpstr>
      <vt:lpstr>MELHORIAS PROPOSTA</vt:lpstr>
      <vt:lpstr>Pontos Críticos (Desafios identificados) </vt:lpstr>
      <vt:lpstr>Melhorias Propostas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Josafa Santos</dc:creator>
  <cp:lastModifiedBy>Josafa Santos</cp:lastModifiedBy>
  <cp:revision>1</cp:revision>
  <dcterms:created xsi:type="dcterms:W3CDTF">2026-03-29T20:53:56Z</dcterms:created>
  <dcterms:modified xsi:type="dcterms:W3CDTF">2026-03-29T21:55:13Z</dcterms:modified>
</cp:coreProperties>
</file>